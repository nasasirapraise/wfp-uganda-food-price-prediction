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5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5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01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4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99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2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6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9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30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21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12232-0CDE-43AD-AF5F-42F3F40B178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13B69-857A-4038-8416-CD3E1866A9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9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humdata.org/dataset/wfp-food-price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Uganda Food Price Prediction Using Machine Learning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Predicting Food Prices Using Historical Market Data</a:t>
            </a:r>
            <a:endParaRPr lang="en-US" dirty="0" smtClean="0"/>
          </a:p>
          <a:p>
            <a:r>
              <a:rPr lang="en-US" b="1" dirty="0" smtClean="0"/>
              <a:t>Project </a:t>
            </a:r>
            <a:r>
              <a:rPr lang="en-US" b="1" dirty="0" smtClean="0"/>
              <a:t>Presented </a:t>
            </a:r>
            <a:r>
              <a:rPr lang="en-US" b="1" dirty="0" smtClean="0"/>
              <a:t>by:</a:t>
            </a:r>
            <a:r>
              <a:rPr lang="en-US" dirty="0" smtClean="0"/>
              <a:t> </a:t>
            </a:r>
            <a:r>
              <a:rPr lang="en-US" dirty="0" err="1" smtClean="0"/>
              <a:t>Nasasira</a:t>
            </a:r>
            <a:r>
              <a:rPr lang="en-US" dirty="0" smtClean="0"/>
              <a:t> Praise</a:t>
            </a:r>
            <a:br>
              <a:rPr lang="en-US" dirty="0" smtClean="0"/>
            </a:br>
            <a:r>
              <a:rPr lang="en-US" b="1" dirty="0" smtClean="0"/>
              <a:t>Dataset:</a:t>
            </a:r>
            <a:r>
              <a:rPr lang="en-US" dirty="0" smtClean="0"/>
              <a:t> World Food </a:t>
            </a:r>
            <a:r>
              <a:rPr lang="en-US" dirty="0" err="1" smtClean="0"/>
              <a:t>Programme</a:t>
            </a:r>
            <a:r>
              <a:rPr lang="en-US" dirty="0" smtClean="0"/>
              <a:t> (WFP) Uganda Food Prices Dataset</a:t>
            </a:r>
            <a:br>
              <a:rPr lang="en-US" dirty="0" smtClean="0"/>
            </a:br>
            <a:r>
              <a:rPr lang="en-US" b="1" dirty="0" smtClean="0"/>
              <a:t>Project:</a:t>
            </a:r>
            <a:r>
              <a:rPr lang="en-US" dirty="0" smtClean="0"/>
              <a:t> Machine Learning Predictive Modeling</a:t>
            </a:r>
            <a:br>
              <a:rPr lang="en-US" dirty="0" smtClean="0"/>
            </a:br>
            <a:r>
              <a:rPr lang="en-US" b="1" dirty="0" smtClean="0"/>
              <a:t>August 2026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29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OVERVIEW,PROBLEM STATEMENT &amp; </a:t>
            </a:r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main aim of this project was to determine whether machine learning could be used to predict food prices in Uganda based on historical market and commodity </a:t>
            </a:r>
            <a:r>
              <a:rPr lang="en-US" dirty="0" smtClean="0"/>
              <a:t>information</a:t>
            </a:r>
          </a:p>
          <a:p>
            <a:pPr marL="0" indent="0">
              <a:buNone/>
            </a:pPr>
            <a:r>
              <a:rPr lang="en-US" b="1" dirty="0" smtClean="0"/>
              <a:t>   Problem </a:t>
            </a:r>
            <a:r>
              <a:rPr lang="en-US" b="1" dirty="0" smtClean="0"/>
              <a:t>Statement</a:t>
            </a:r>
          </a:p>
          <a:p>
            <a:r>
              <a:rPr lang="en-US" dirty="0" smtClean="0"/>
              <a:t>Food prices in Uganda vary across </a:t>
            </a:r>
            <a:r>
              <a:rPr lang="en-US" b="1" dirty="0" smtClean="0"/>
              <a:t>commodities, locations and time</a:t>
            </a:r>
            <a:r>
              <a:rPr lang="en-US" dirty="0" smtClean="0"/>
              <a:t>, making accurate price estimation challenging.</a:t>
            </a:r>
          </a:p>
          <a:p>
            <a:r>
              <a:rPr lang="en-US" dirty="0" smtClean="0"/>
              <a:t>This project investigates whether </a:t>
            </a:r>
            <a:r>
              <a:rPr lang="en-US" b="1" dirty="0" smtClean="0"/>
              <a:t>machine learning can predict food prices using historical food market data.</a:t>
            </a:r>
            <a:endParaRPr lang="en-US" dirty="0" smtClean="0"/>
          </a:p>
          <a:p>
            <a:r>
              <a:rPr lang="en-US" b="1" dirty="0" smtClean="0"/>
              <a:t>Objectives</a:t>
            </a:r>
          </a:p>
          <a:p>
            <a:r>
              <a:rPr lang="en-US" dirty="0" smtClean="0"/>
              <a:t>Analyze historical food price patterns. </a:t>
            </a:r>
          </a:p>
          <a:p>
            <a:r>
              <a:rPr lang="en-US" dirty="0" smtClean="0"/>
              <a:t>Identify factors associated with food prices. </a:t>
            </a:r>
          </a:p>
          <a:p>
            <a:r>
              <a:rPr lang="en-US" dirty="0" smtClean="0"/>
              <a:t>Prepare the data for machine learning. </a:t>
            </a:r>
          </a:p>
          <a:p>
            <a:r>
              <a:rPr lang="en-US" dirty="0" smtClean="0"/>
              <a:t>Develop and compare predictive models. </a:t>
            </a:r>
          </a:p>
          <a:p>
            <a:r>
              <a:rPr lang="en-US" dirty="0" smtClean="0"/>
              <a:t>Identify the best-performing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089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Dataset Description</a:t>
            </a:r>
          </a:p>
          <a:p>
            <a:r>
              <a:rPr lang="en-US" b="1" dirty="0" smtClean="0"/>
              <a:t>Source:</a:t>
            </a:r>
            <a:r>
              <a:rPr lang="en-US" dirty="0" smtClean="0"/>
              <a:t> </a:t>
            </a:r>
            <a:r>
              <a:rPr lang="en-US" dirty="0"/>
              <a:t>World Food </a:t>
            </a:r>
            <a:r>
              <a:rPr lang="en-US" dirty="0" err="1"/>
              <a:t>Programme</a:t>
            </a:r>
            <a:r>
              <a:rPr lang="en-US" dirty="0"/>
              <a:t>(WFP). Global Food Prices Database. Humanitarian Data Exchange(HDX)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Link</a:t>
            </a:r>
            <a:r>
              <a:rPr lang="en-US" dirty="0"/>
              <a:t>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u="sng" dirty="0">
                <a:hlinkClick r:id="rId2"/>
              </a:rPr>
              <a:t>https://data.humdata.org/dataset/wfp-food-prices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Country:</a:t>
            </a:r>
            <a:r>
              <a:rPr lang="en-US" dirty="0" smtClean="0"/>
              <a:t> Uganda</a:t>
            </a:r>
            <a:br>
              <a:rPr lang="en-US" dirty="0" smtClean="0"/>
            </a:br>
            <a:r>
              <a:rPr lang="en-US" b="1" dirty="0" smtClean="0"/>
              <a:t>Observations:30933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Features:</a:t>
            </a:r>
            <a:r>
              <a:rPr lang="en-US" dirty="0" smtClean="0"/>
              <a:t> </a:t>
            </a:r>
            <a:r>
              <a:rPr lang="en-US" b="1" dirty="0" smtClean="0"/>
              <a:t>16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Target:</a:t>
            </a:r>
            <a:r>
              <a:rPr lang="en-US" dirty="0" smtClean="0"/>
              <a:t> Food Price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6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Variables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3544957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of 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Admin1 / Admin2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Market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Market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Commodity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Food product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Food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Measurement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Pricetype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Retail / wholesale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Target variable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57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PREPARATION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Before </a:t>
            </a:r>
            <a:r>
              <a:rPr lang="en-US" dirty="0" err="1" smtClean="0"/>
              <a:t>modelling,the</a:t>
            </a:r>
            <a:r>
              <a:rPr lang="en-US" dirty="0" smtClean="0"/>
              <a:t> </a:t>
            </a:r>
            <a:r>
              <a:rPr lang="en-US" dirty="0" smtClean="0"/>
              <a:t>following steps were performed:</a:t>
            </a:r>
          </a:p>
          <a:p>
            <a:r>
              <a:rPr lang="en-US" dirty="0" smtClean="0"/>
              <a:t>Checked data types and dataset structure </a:t>
            </a:r>
          </a:p>
          <a:p>
            <a:r>
              <a:rPr lang="en-US" dirty="0" smtClean="0"/>
              <a:t>Checked for missing values and duplicates </a:t>
            </a:r>
          </a:p>
          <a:p>
            <a:r>
              <a:rPr lang="en-US" dirty="0" smtClean="0"/>
              <a:t>Cleaned the dataset </a:t>
            </a:r>
          </a:p>
          <a:p>
            <a:r>
              <a:rPr lang="en-US" dirty="0" smtClean="0"/>
              <a:t>Created </a:t>
            </a:r>
            <a:r>
              <a:rPr lang="en-US" b="1" dirty="0" smtClean="0"/>
              <a:t>year and month</a:t>
            </a:r>
            <a:r>
              <a:rPr lang="en-US" dirty="0" smtClean="0"/>
              <a:t> features from the date </a:t>
            </a:r>
          </a:p>
          <a:p>
            <a:r>
              <a:rPr lang="en-US" dirty="0" smtClean="0"/>
              <a:t>Encoded categorical variables </a:t>
            </a:r>
          </a:p>
          <a:p>
            <a:r>
              <a:rPr lang="en-US" dirty="0" smtClean="0"/>
              <a:t>Selected relevant prediction features </a:t>
            </a:r>
          </a:p>
          <a:p>
            <a:r>
              <a:rPr lang="en-US" dirty="0" smtClean="0"/>
              <a:t>Split the data into </a:t>
            </a:r>
            <a:r>
              <a:rPr lang="en-US" b="1" dirty="0" smtClean="0"/>
              <a:t>training and testing 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703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EDA &amp; KEY FINDINGS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93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Price distribution histogram, Average price by commodity and Average Food Price Over Time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71641"/>
            <a:ext cx="5181600" cy="3459306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16899" y="2406606"/>
            <a:ext cx="5181600" cy="257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17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1489"/>
            <a:ext cx="12192000" cy="51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EDA  Key Findings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399504" y="1182452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Food prices were </a:t>
            </a:r>
            <a:r>
              <a:rPr lang="en-US" altLang="en-US" b="1" dirty="0">
                <a:latin typeface="Arial" panose="020B0604020202020204" pitchFamily="34" charset="0"/>
              </a:rPr>
              <a:t>positively skewed</a:t>
            </a:r>
            <a:r>
              <a:rPr lang="en-US" altLang="en-US" dirty="0">
                <a:latin typeface="Arial" panose="020B0604020202020204" pitchFamily="34" charset="0"/>
              </a:rPr>
              <a:t>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Fish (dry)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</a:rPr>
              <a:t>vegetable oil</a:t>
            </a:r>
            <a:r>
              <a:rPr lang="en-US" altLang="en-US" dirty="0">
                <a:latin typeface="Arial" panose="020B0604020202020204" pitchFamily="34" charset="0"/>
              </a:rPr>
              <a:t> were among the higher-priced commodities.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Cassava (fresh)</a:t>
            </a:r>
            <a:r>
              <a:rPr lang="en-US" altLang="en-US" dirty="0">
                <a:latin typeface="Arial" panose="020B0604020202020204" pitchFamily="34" charset="0"/>
              </a:rPr>
              <a:t> was among the lower-priced commodities.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Average food prices generally increased over time. </a:t>
            </a:r>
          </a:p>
        </p:txBody>
      </p:sp>
    </p:spTree>
    <p:extLst>
      <p:ext uri="{BB962C8B-B14F-4D97-AF65-F5344CB8AC3E}">
        <p14:creationId xmlns:p14="http://schemas.microsoft.com/office/powerpoint/2010/main" val="919221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21217" y="888642"/>
            <a:ext cx="842278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exploratory analysis showed that food prices were not evenly distributed. Some commodities had much higher prices than others, and prices generally showed an upward trend over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16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900" b="1" dirty="0" smtClean="0"/>
              <a:t>Machine Learning Approach</a:t>
            </a:r>
          </a:p>
          <a:p>
            <a:r>
              <a:rPr lang="en-US" sz="2900" dirty="0" smtClean="0"/>
              <a:t>This was treated as a </a:t>
            </a:r>
            <a:r>
              <a:rPr lang="en-US" sz="2900" b="1" dirty="0" smtClean="0"/>
              <a:t>regression problem</a:t>
            </a:r>
            <a:r>
              <a:rPr lang="en-US" sz="2900" dirty="0" smtClean="0"/>
              <a:t> because the target variable, food price, is continuous.</a:t>
            </a:r>
          </a:p>
          <a:p>
            <a:r>
              <a:rPr lang="en-US" sz="2900" dirty="0"/>
              <a:t>I used two different approaches so that I could compare their predictive performance: Random Forest, which is a classical machine learning model, and a Neural </a:t>
            </a:r>
            <a:r>
              <a:rPr lang="en-US" sz="2900" dirty="0" smtClean="0"/>
              <a:t>Network</a:t>
            </a:r>
            <a:endParaRPr lang="en-US" sz="2900" b="1" dirty="0" smtClean="0"/>
          </a:p>
          <a:p>
            <a:r>
              <a:rPr lang="en-US" sz="2900" b="1" dirty="0" smtClean="0"/>
              <a:t>Random Forest </a:t>
            </a:r>
            <a:r>
              <a:rPr lang="en-US" sz="2900" b="1" dirty="0" err="1" smtClean="0"/>
              <a:t>Regressor</a:t>
            </a:r>
            <a:endParaRPr lang="en-US" sz="2900" dirty="0" smtClean="0"/>
          </a:p>
          <a:p>
            <a:r>
              <a:rPr lang="en-US" sz="2900" dirty="0" smtClean="0"/>
              <a:t>Classical machine learning model </a:t>
            </a:r>
          </a:p>
          <a:p>
            <a:r>
              <a:rPr lang="en-US" sz="2900" dirty="0" smtClean="0"/>
              <a:t>Uses multiple decision trees </a:t>
            </a:r>
          </a:p>
          <a:p>
            <a:r>
              <a:rPr lang="en-US" sz="2900" dirty="0" smtClean="0"/>
              <a:t>Captures nonlinear relationships </a:t>
            </a:r>
          </a:p>
          <a:p>
            <a:r>
              <a:rPr lang="en-US" sz="2900" b="1" dirty="0" smtClean="0"/>
              <a:t>Neural Network</a:t>
            </a:r>
            <a:endParaRPr lang="en-US" sz="2900" dirty="0" smtClean="0"/>
          </a:p>
          <a:p>
            <a:r>
              <a:rPr lang="en-US" sz="2900" dirty="0" smtClean="0"/>
              <a:t>Deep learning model </a:t>
            </a:r>
          </a:p>
          <a:p>
            <a:r>
              <a:rPr lang="en-US" sz="2900" dirty="0" smtClean="0"/>
              <a:t>Learns complex relationships between variables </a:t>
            </a:r>
          </a:p>
          <a:p>
            <a:r>
              <a:rPr lang="en-US" sz="2900" b="1" dirty="0" smtClean="0"/>
              <a:t>Evaluation Metrics</a:t>
            </a:r>
          </a:p>
          <a:p>
            <a:r>
              <a:rPr lang="en-US" sz="2900" b="1" dirty="0" smtClean="0"/>
              <a:t>MAE</a:t>
            </a:r>
            <a:r>
              <a:rPr lang="en-US" sz="2900" dirty="0" smtClean="0"/>
              <a:t> — Mean Absolute Error </a:t>
            </a:r>
          </a:p>
          <a:p>
            <a:r>
              <a:rPr lang="en-US" sz="2900" b="1" dirty="0" smtClean="0"/>
              <a:t>RMSE</a:t>
            </a:r>
            <a:r>
              <a:rPr lang="en-US" sz="2900" dirty="0" smtClean="0"/>
              <a:t> — Root Mean Squared Error </a:t>
            </a:r>
          </a:p>
          <a:p>
            <a:r>
              <a:rPr lang="en-US" sz="2900" b="1" dirty="0" smtClean="0"/>
              <a:t>R²</a:t>
            </a:r>
            <a:r>
              <a:rPr lang="en-US" sz="2900" dirty="0" smtClean="0"/>
              <a:t> — Coefficient of Determination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08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45" y="365125"/>
            <a:ext cx="10515600" cy="1325563"/>
          </a:xfrm>
        </p:spPr>
        <p:txBody>
          <a:bodyPr/>
          <a:lstStyle/>
          <a:p>
            <a:r>
              <a:rPr lang="en-US" dirty="0" smtClean="0"/>
              <a:t>MODEL  COMPARISON RESULTS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36619" y="169068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MAE:</a:t>
            </a:r>
            <a:r>
              <a:rPr lang="en-US" dirty="0" smtClean="0"/>
              <a:t> 335.20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RMSE:</a:t>
            </a:r>
            <a:r>
              <a:rPr lang="en-US" dirty="0" smtClean="0"/>
              <a:t> 1242.19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R²:</a:t>
            </a:r>
            <a:r>
              <a:rPr lang="en-US" dirty="0" smtClean="0"/>
              <a:t> </a:t>
            </a:r>
            <a:r>
              <a:rPr lang="en-US" b="1" dirty="0" smtClean="0"/>
              <a:t>90.74%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Neural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MAE:</a:t>
            </a:r>
            <a:r>
              <a:rPr lang="en-US" dirty="0" smtClean="0"/>
              <a:t> 702.64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RMSE:</a:t>
            </a:r>
            <a:r>
              <a:rPr lang="en-US" dirty="0" smtClean="0"/>
              <a:t> 1513.58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R²:</a:t>
            </a:r>
            <a:r>
              <a:rPr lang="en-US" dirty="0" smtClean="0"/>
              <a:t> </a:t>
            </a:r>
            <a:r>
              <a:rPr lang="en-US" b="1" dirty="0" smtClean="0"/>
              <a:t>86.25%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299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8338" y="927279"/>
            <a:ext cx="84356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Random Forest model performed better than the Neural Network. It achieved an MAE of 335.20, an RMSE of 1242.19 and an R-squared of 90.74%, compared with 86.25% for the Neural Network. Therefore, Random Forest was selected as the best-performing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351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Food Price Prediction Demo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/>
              <a:t>I also developed a working prediction interface where a user can provide information about a food commodity and market conditions and receive a predicted food price.</a:t>
            </a:r>
          </a:p>
          <a:p>
            <a:r>
              <a:rPr lang="en-US" dirty="0" smtClean="0"/>
              <a:t>Administrative region </a:t>
            </a:r>
          </a:p>
          <a:p>
            <a:r>
              <a:rPr lang="en-US" dirty="0" smtClean="0"/>
              <a:t>Market </a:t>
            </a:r>
          </a:p>
          <a:p>
            <a:r>
              <a:rPr lang="en-US" dirty="0" smtClean="0"/>
              <a:t>Commodity </a:t>
            </a:r>
          </a:p>
          <a:p>
            <a:r>
              <a:rPr lang="en-US" dirty="0" smtClean="0"/>
              <a:t>Category </a:t>
            </a:r>
          </a:p>
          <a:p>
            <a:r>
              <a:rPr lang="en-US" dirty="0" smtClean="0"/>
              <a:t>Unit </a:t>
            </a:r>
          </a:p>
          <a:p>
            <a:r>
              <a:rPr lang="en-US" dirty="0" smtClean="0"/>
              <a:t>Price type </a:t>
            </a:r>
          </a:p>
          <a:p>
            <a:r>
              <a:rPr lang="en-US" dirty="0" smtClean="0"/>
              <a:t>Year </a:t>
            </a:r>
          </a:p>
          <a:p>
            <a:r>
              <a:rPr lang="en-US" dirty="0" smtClean="0"/>
              <a:t>Month </a:t>
            </a:r>
          </a:p>
          <a:p>
            <a:r>
              <a:rPr lang="en-US" dirty="0" smtClean="0"/>
              <a:t>Latitude and longitude </a:t>
            </a:r>
          </a:p>
          <a:p>
            <a:r>
              <a:rPr lang="en-US" b="1" dirty="0" smtClean="0"/>
              <a:t>Output</a:t>
            </a:r>
          </a:p>
          <a:p>
            <a:r>
              <a:rPr lang="en-US" b="1" dirty="0" smtClean="0"/>
              <a:t>Predicted Food Price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646" y="2358185"/>
            <a:ext cx="4001058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136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FINDINGS &amp;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Key Findings</a:t>
            </a:r>
          </a:p>
          <a:p>
            <a:r>
              <a:rPr lang="en-US" dirty="0" smtClean="0"/>
              <a:t>Food prices vary considerably between commodities. </a:t>
            </a:r>
          </a:p>
          <a:p>
            <a:r>
              <a:rPr lang="en-US" dirty="0" smtClean="0"/>
              <a:t>Prices generally increased over the period analyzed. </a:t>
            </a:r>
          </a:p>
          <a:p>
            <a:r>
              <a:rPr lang="en-US" dirty="0" smtClean="0"/>
              <a:t>Commodity type was an important factor in price prediction. </a:t>
            </a:r>
          </a:p>
          <a:p>
            <a:r>
              <a:rPr lang="en-US" dirty="0" smtClean="0"/>
              <a:t>Random Forest provided the strongest predictive performance. </a:t>
            </a:r>
          </a:p>
          <a:p>
            <a:r>
              <a:rPr lang="en-US" dirty="0" smtClean="0"/>
              <a:t>The model achieved </a:t>
            </a:r>
            <a:r>
              <a:rPr lang="en-US" b="1" dirty="0" smtClean="0"/>
              <a:t>90.74% R²</a:t>
            </a:r>
            <a:r>
              <a:rPr lang="en-US" dirty="0" smtClean="0"/>
              <a:t> on the test data. </a:t>
            </a:r>
          </a:p>
          <a:p>
            <a:r>
              <a:rPr lang="en-US" b="1" dirty="0" smtClean="0"/>
              <a:t>Recommendations</a:t>
            </a:r>
          </a:p>
          <a:p>
            <a:r>
              <a:rPr lang="en-US" dirty="0" smtClean="0"/>
              <a:t>Use predictive analytics to support </a:t>
            </a:r>
            <a:r>
              <a:rPr lang="en-US" b="1" dirty="0" smtClean="0"/>
              <a:t>food security planning</a:t>
            </a:r>
            <a:r>
              <a:rPr lang="en-US" dirty="0" smtClean="0"/>
              <a:t>. </a:t>
            </a:r>
          </a:p>
          <a:p>
            <a:r>
              <a:rPr lang="en-US" dirty="0" smtClean="0"/>
              <a:t>Support farmers and traders with better price information. </a:t>
            </a:r>
          </a:p>
          <a:p>
            <a:r>
              <a:rPr lang="en-US" dirty="0" smtClean="0"/>
              <a:t>Use updated data to continuously improve the model. </a:t>
            </a:r>
          </a:p>
          <a:p>
            <a:r>
              <a:rPr lang="en-US" dirty="0" smtClean="0"/>
              <a:t>Future models could include </a:t>
            </a:r>
            <a:r>
              <a:rPr lang="en-US" b="1" dirty="0" smtClean="0"/>
              <a:t>weather, inflation, fuel prices and seasonal production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64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Machine learning can be used to predict food prices using historical Uganda food price data.</a:t>
            </a:r>
          </a:p>
          <a:p>
            <a:r>
              <a:rPr lang="en-US" dirty="0" smtClean="0"/>
              <a:t>Best Model: Random Forest</a:t>
            </a:r>
          </a:p>
          <a:p>
            <a:r>
              <a:rPr lang="en-US" dirty="0" smtClean="0"/>
              <a:t>R²: 90.74%</a:t>
            </a:r>
          </a:p>
          <a:p>
            <a:r>
              <a:rPr lang="en-US" dirty="0" smtClean="0"/>
              <a:t>MAE: 335.20</a:t>
            </a:r>
          </a:p>
          <a:p>
            <a:r>
              <a:rPr lang="en-US" dirty="0" smtClean="0"/>
              <a:t>RMSE: 1242.19</a:t>
            </a:r>
          </a:p>
          <a:p>
            <a:r>
              <a:rPr lang="en-US" b="1" dirty="0" smtClean="0"/>
              <a:t>Future Improvement</a:t>
            </a:r>
          </a:p>
          <a:p>
            <a:r>
              <a:rPr lang="en-US" dirty="0" smtClean="0"/>
              <a:t>However, integrating additional factors such as weather conditions, inflation, fuel prices, seasonal production and supply conditions could improve future food price prediction models.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                                  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710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676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Uganda Food Price Prediction Using Machine Learning </vt:lpstr>
      <vt:lpstr>PROJECT OVERVIEW,PROBLEM STATEMENT &amp; OBJECTIVES</vt:lpstr>
      <vt:lpstr>DATASET</vt:lpstr>
      <vt:lpstr>Main Variables</vt:lpstr>
      <vt:lpstr>DATA PREPARATION</vt:lpstr>
      <vt:lpstr>EDA &amp; KEY FINDINGS</vt:lpstr>
      <vt:lpstr>Price distribution histogram, Average price by commodity and Average Food Price Over Time </vt:lpstr>
      <vt:lpstr>PowerPoint Presentation</vt:lpstr>
      <vt:lpstr>EDA  Key Findings  </vt:lpstr>
      <vt:lpstr>PowerPoint Presentation</vt:lpstr>
      <vt:lpstr>MACHINE LEARNING</vt:lpstr>
      <vt:lpstr>MODEL  COMPARISON RESULTS </vt:lpstr>
      <vt:lpstr>PowerPoint Presentation</vt:lpstr>
      <vt:lpstr>Food Price Prediction Demo </vt:lpstr>
      <vt:lpstr>KEY FINDINGS &amp; RECOMMENDATIONS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Uganda Food Price Prediction Using Machine Learning</dc:title>
  <dc:creator>PRAISEN</dc:creator>
  <cp:lastModifiedBy>PRAISEN</cp:lastModifiedBy>
  <cp:revision>12</cp:revision>
  <dcterms:created xsi:type="dcterms:W3CDTF">2026-08-12T13:34:15Z</dcterms:created>
  <dcterms:modified xsi:type="dcterms:W3CDTF">2026-08-12T15:20:41Z</dcterms:modified>
</cp:coreProperties>
</file>